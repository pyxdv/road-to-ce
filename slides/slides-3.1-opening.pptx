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≈20 วินาที
ยังไม่ต้องเปิดคอม ให้ฟังก่อน
บอกว่าเมื่อจบคาบนี้ทุกคนจะมี URL ของตัวเอง ที่ส่งให้ที่บ้านเปิดดูได้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≈30 วินาที
สลับไปเปิดเว็บจริงบนจอ แล้วให้นักศึกษาเปิดตามบนมือถือ
รอให้ห้องได้เสียงฮือฮาสักครู่ อย่ารีบข้าม
อย่าลืมแก้ URL บนสไลด์ให้เป็นของตัวเองก่อนสอน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≈30 วินาที
ไล่สี่ขั้นเร็ว ๆ ไม่ต้องลงลึก เพราะอ่านมาแล้วจากใบความรู้
ย้ำว่าเดี๋ยว Mission 3 จะได้วัดค่าจริงของขั้นเหล่านี้จากเว็บตัวเอง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≈25 วินาที
ไล่ชื่อภารกิจเร็ว ๆ ไม่ต้องอธิบายรายละเอียด
ชี้ให้เห็นว่า Mission 2 ได้เวลามากที่สุด เพราะเป็นส่วนที่ทำให้เว็บเป็นของเราจริง 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≈15 วินาที
พูดให้ช้าและหนักแน่นกว่าสไลด์อื่น
จบด้วยการให้เปิดใบงานหน้า Mission 0 แล้วลงมือ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≈40 วินาที · ไม่ใช่แผ่นเปิดคาบ ให้ข้ามไปใช้ตอนเข้า Mission 4 นาทีที่ ~75
ในคาบให้ทุกคนทำแบบพื้นฐานให้เสร็จก่อน อย่าเพิ่งเปิดให้เลือกสไตล์
เพราะเวลาจะหมดไปกับการเลือกจนไม่ได้เขียนเนื้อหา
ถ้าเหลือเวลาท้ายคาบ เปิดไฟล์ gallery.md ให้ดูสัก 1 นาที
แล้วบอกว่ากลับไปทำต่อเองที่บ้านได้ ไม่มีคะแนน แต่มีผลกับสี่ปีข้างหน้า
ถ้ามีคนถามเรื่อง badge ให้ย้ำว่ามันคือรูปที่ดึงมาจากเว็บอื่น
ใครก็ตั้งข้อความว่าอะไรก็ได้ ใส่เฉพาะเครื่องมือที่ใช้เป็นจริง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unit 3 / worksheet 3.1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90 นาทีจากนี้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46888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DF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เว็บของคุณจะเปิดได้จากทุกที่ในโลก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3794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และมันจะยังอยู่ต่อไป แม้คุณปิดคอมพิวเตอร์กลับบ้านแล้ว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ใบงานที่ 3.1  ·  หน่วยที่ 3 พื้นฐานอินเทอร์เน็ตและบริการออนไลน์  ·  ECP1N / ECP2R  ·  ภาคเรียนที่ 1/2569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live 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1887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DF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หยิบมือถือขึ้นมา แล้วพิมพ์ตามนี้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10789920" cy="1554480"/>
          </a:xfrm>
          <a:prstGeom prst="roundRect">
            <a:avLst>
              <a:gd name="adj" fmla="val 7059"/>
            </a:avLst>
          </a:prstGeom>
          <a:solidFill>
            <a:srgbClr val="141B33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28600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https://your-name.github.io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4206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DF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นี่คือเว็บของอาจารย์ ไฟล์ไม่ได้อยู่บนเครื่องไหนในห้องนี้เลย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4709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ใครที่ต่อ Wi-Fi อยู่ ลองปิด Wi-Fi แล้วใช้เน็ตมือถือเปิดดู ก็ยังขึ้นเหมือนเดิม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แก้ URL บนสไลด์นี้เป็นเว็บของผู้สอนก่อนใช้สอน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what just happened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DF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กด Enter แล้วเกิดอะไรขึ้นบ้าง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141B33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377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834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32918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ชื่อโดเมน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กลายเป็นเลข IP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56432" y="214884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141B33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2377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30752" y="2834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Connect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730752" y="32918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ต่อถึง server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และเข้ารหัสด้วย TLS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27064" y="214884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141B33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1384" y="2377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01384" y="2834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01384" y="32918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ขอไฟล์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แล้วได้ 200 OK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97696" y="214884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141B33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72016" y="2377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272016" y="2834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Render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272016" y="32918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browser วาดออกมา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เป็นหน้าเว็บ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46634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8BDF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วันนี้ทำทั้งสองฝั่ง สร้างเว็บของตัวเอง แล้วย้อนดูว่ามันเดินทางมาถึงคนอ่านอย่างไร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8580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รายละเอียดทั้งหมดอยู่ในใบความรู้ที่ 3.1 หัวข้อ 1 ถึง 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today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DF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90 นาที 5 ภารกิจ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0789920" cy="713232"/>
          </a:xfrm>
          <a:prstGeom prst="roundRect">
            <a:avLst>
              <a:gd name="adj" fmla="val 10256"/>
            </a:avLst>
          </a:prstGeom>
          <a:solidFill>
            <a:srgbClr val="141B33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6596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A1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96596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Check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0" y="196596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ตรวจข้อมูลก่อนเผยแพร่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418320" y="19659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5 นาที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2770632"/>
            <a:ext cx="10789920" cy="713232"/>
          </a:xfrm>
          <a:prstGeom prst="roundRect">
            <a:avLst>
              <a:gd name="adj" fmla="val 10256"/>
            </a:avLst>
          </a:prstGeom>
          <a:solidFill>
            <a:srgbClr val="141B33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77063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A1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277063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 Live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77063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เอาเว็บขึ้นออนไลน์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418320" y="277063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30 นาที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10789920" cy="713232"/>
          </a:xfrm>
          <a:prstGeom prst="roundRect">
            <a:avLst>
              <a:gd name="adj" fmla="val 10256"/>
            </a:avLst>
          </a:prstGeom>
          <a:solidFill>
            <a:srgbClr val="1B2C4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57530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3575304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Make It Yours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0" y="357530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ทำให้เป็นของเรา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418320" y="357530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30 นาที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85800" y="4379976"/>
            <a:ext cx="10789920" cy="713232"/>
          </a:xfrm>
          <a:prstGeom prst="roundRect">
            <a:avLst>
              <a:gd name="adj" fmla="val 10256"/>
            </a:avLst>
          </a:prstGeom>
          <a:solidFill>
            <a:srgbClr val="141B33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37997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A1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00200" y="4379976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Trace the Request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0" y="437997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ตามรอยข้อมูล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418320" y="4379976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10 นาที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85800" y="5184648"/>
            <a:ext cx="10789920" cy="713232"/>
          </a:xfrm>
          <a:prstGeom prst="roundRect">
            <a:avLst>
              <a:gd name="adj" fmla="val 10256"/>
            </a:avLst>
          </a:prstGeom>
          <a:solidFill>
            <a:srgbClr val="141B33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18464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A1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600200" y="5184648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 Profile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72000" y="518464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หน้าโปรไฟล์ของเรา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18320" y="518464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10 นาที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8580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Mission 2 คือภารกิจหลักของคาบนี้ ได้เวลามากที่สุด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rule #1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DF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ทุกอย่างที่ขึ้นวันนี้ เป็นสาธารณะ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286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ลบทีหลังได้ แต่สำเนาที่คนอื่นเก็บไว้แล้ว เราลบไม่ได้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32004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ห้ามใส่ลงเว็บเด็ดขาด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3703320"/>
            <a:ext cx="2514600" cy="777240"/>
          </a:xfrm>
          <a:prstGeom prst="roundRect">
            <a:avLst>
              <a:gd name="adj" fmla="val 49412"/>
            </a:avLst>
          </a:prstGeom>
          <a:solidFill>
            <a:srgbClr val="141B33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7033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EDF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เลขบัตรประชาชน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56432" y="3703320"/>
            <a:ext cx="2514600" cy="777240"/>
          </a:xfrm>
          <a:prstGeom prst="roundRect">
            <a:avLst>
              <a:gd name="adj" fmla="val 49412"/>
            </a:avLst>
          </a:prstGeom>
          <a:solidFill>
            <a:srgbClr val="141B33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37033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EDF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เบอร์โทรศัพท์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27064" y="3703320"/>
            <a:ext cx="2514600" cy="777240"/>
          </a:xfrm>
          <a:prstGeom prst="roundRect">
            <a:avLst>
              <a:gd name="adj" fmla="val 49412"/>
            </a:avLst>
          </a:prstGeom>
          <a:solidFill>
            <a:srgbClr val="141B33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27064" y="37033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EDF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ที่อยู่บ้าน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997696" y="3703320"/>
            <a:ext cx="2514600" cy="777240"/>
          </a:xfrm>
          <a:prstGeom prst="roundRect">
            <a:avLst>
              <a:gd name="adj" fmla="val 49412"/>
            </a:avLst>
          </a:prstGeom>
          <a:solidFill>
            <a:srgbClr val="141B33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97696" y="37033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EDF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รูปบัตรนักศึกษา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" y="4892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DF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ใช้ชื่อเล่นได้ ไม่ต้องใส่ชื่อ-นามสกุลเต็มคู่กับรหัสนักศึกษา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เปิดใบงานหน้า Mission 0 แล้วเริ่มได้เลย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bonus · ใช้ตอน mission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DF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อยากให้หน้า profile ดูเท่กว่านี้ เลือกสไตล์ได้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505456" cy="2788920"/>
          </a:xfrm>
          <a:prstGeom prst="roundRect">
            <a:avLst>
              <a:gd name="adj" fmla="val 3650"/>
            </a:avLst>
          </a:prstGeom>
          <a:solidFill>
            <a:srgbClr val="141B33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3055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minimalist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96312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เรียบ ไม่มีของตกแต่ง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ทุกบรรทัดต้องให้ข้อมูล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86968" y="3154680"/>
            <a:ext cx="2103120" cy="1417320"/>
          </a:xfrm>
          <a:prstGeom prst="roundRect">
            <a:avLst>
              <a:gd name="adj" fmla="val 4516"/>
            </a:avLst>
          </a:prstGeom>
          <a:solidFill>
            <a:srgbClr val="0E1526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227832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E8EDF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สมชาย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วิศวกรรมคอมพิวเตอร์ ปี 1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E8EDF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กำลังทำ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เว็บส่วนตัวหน้าแรก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E8EDF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กำลังเรียน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3A1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HTML · CSS · Git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47288" y="1965960"/>
            <a:ext cx="2505456" cy="2788920"/>
          </a:xfrm>
          <a:prstGeom prst="roundRect">
            <a:avLst>
              <a:gd name="adj" fmla="val 3650"/>
            </a:avLst>
          </a:prstGeom>
          <a:solidFill>
            <a:srgbClr val="1B2C4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213055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learn-in-public 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75888" y="2496312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เล่าว่ากำลังเรียนรู้อะไรอยู่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เหมาะกับปี 1 ที่สุด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48456" y="3154680"/>
            <a:ext cx="2103120" cy="1417320"/>
          </a:xfrm>
          <a:prstGeom prst="roundRect">
            <a:avLst>
              <a:gd name="adj" fmla="val 4516"/>
            </a:avLst>
          </a:prstGeom>
          <a:solidFill>
            <a:srgbClr val="0E1526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3227832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🔭 กำลังทำ …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🌱 กำลังเรียน …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E8EDF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🧠 บันทึกการเรียนรู้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  ส.ค. เพิ่งเข้าใจว่า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  DNS ทำงานก่อน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  browser ต่อหา server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💬 ถามผมได้เรื่อง …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08776" y="1965960"/>
            <a:ext cx="2505456" cy="2788920"/>
          </a:xfrm>
          <a:prstGeom prst="roundRect">
            <a:avLst>
              <a:gd name="adj" fmla="val 3650"/>
            </a:avLst>
          </a:prstGeom>
          <a:solidFill>
            <a:srgbClr val="141B33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213055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visual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37376" y="2496312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มี badge โลโก้เครื่องมือ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และการ์ดสถิติ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9944" y="3154680"/>
            <a:ext cx="2103120" cy="1417320"/>
          </a:xfrm>
          <a:prstGeom prst="roundRect">
            <a:avLst>
              <a:gd name="adj" fmla="val 4516"/>
            </a:avLst>
          </a:prstGeom>
          <a:solidFill>
            <a:srgbClr val="0E1526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3227832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3A1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C ][ HTML5 ][ Git ]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3A1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Linux ][ VS Code ]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E8ED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 stats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3A1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commits  [##....]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ปี 1 ยังว่างเป็นปกติ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970264" y="1965960"/>
            <a:ext cx="2505456" cy="2788920"/>
          </a:xfrm>
          <a:prstGeom prst="roundRect">
            <a:avLst>
              <a:gd name="adj" fmla="val 3650"/>
            </a:avLst>
          </a:prstGeom>
          <a:solidFill>
            <a:srgbClr val="141B33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98864" y="213055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terminal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98864" y="2496312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กลิ่นอาย command line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สายฝังตัว เครือข่าย backend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71432" y="3154680"/>
            <a:ext cx="2103120" cy="1417320"/>
          </a:xfrm>
          <a:prstGeom prst="roundRect">
            <a:avLst>
              <a:gd name="adj" fmla="val 4516"/>
            </a:avLst>
          </a:prstGeom>
          <a:solidFill>
            <a:srgbClr val="0E1526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0304" y="3227832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E8ED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whoami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3A1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somchai — ce freshman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E8ED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ls interests/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3A1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embedded/ networking/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E8ED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_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4983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starter/profile-readme/styles/  ·  gallery.md  ·  example-filled.md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C0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ในคาบทำแบบพื้นฐานให้เสร็จก่อน · สไตล์อื่นเลือกทำต่อเองนอกเวลา · badge คือรูปจากบริการภายนอก ใส่เฉพาะเครื่องมือที่ใช้เป็นจริง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ใบงานที่ 3.1 สไลด์เปิดคาบ</dc:title>
  <dc:subject>PptxGenJS Presentation</dc:subject>
  <dc:creator>road-to-ce</dc:creator>
  <cp:lastModifiedBy>road-to-ce</cp:lastModifiedBy>
  <cp:revision>1</cp:revision>
  <dcterms:created xsi:type="dcterms:W3CDTF">2026-08-23T15:21:12Z</dcterms:created>
  <dcterms:modified xsi:type="dcterms:W3CDTF">2026-08-23T15:21:12Z</dcterms:modified>
</cp:coreProperties>
</file>